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3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Doraemon Family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Vellore Institute of Technology (VIT)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S. Kamalesh kamalesh.s2023@vitstudent.ac.in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v.Harish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harish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.v2026b@vitstudent.ac.in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r>
              <a:rPr lang="en-US" sz="160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s.rosan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rosan.s2023@vitstudent.ac.in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</a:t>
            </a:r>
            <a:r>
              <a:rPr lang="en-US" sz="160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k.Karthick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Karthick.k2026@vitstudent.ac.in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github.com/skamalesh0007-afk/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TeachFlowAI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-Samsung-PRISM-Hackathon 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Theme 3 – Teachable Voice Automation</a:t>
            </a:r>
            <a:br/>
            <a:br/>
            <a:r>
              <a:rPr sz="1600" b="0"/>
              <a:t>TeachFlow AI is a voice-first automation assistant that learns user workflows and replays them from natural-language commands.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Existing assistants mainly execute predefined commands.</a:t>
            </a:r>
            <a:br/>
            <a:br/>
            <a:r>
              <a:rPr sz="1600" b="0"/>
              <a:t>Key gaps:</a:t>
            </a:r>
            <a:br/>
            <a:r>
              <a:rPr sz="1600" b="0"/>
              <a:t>• Limited learning of multi-step user workflows</a:t>
            </a:r>
            <a:br/>
            <a:r>
              <a:rPr sz="1600" b="0"/>
              <a:t>• Repeated manual setup for new tasks</a:t>
            </a:r>
            <a:br/>
            <a:r>
              <a:rPr sz="1600" b="0"/>
              <a:t>• Weak adaptation to different UI layouts</a:t>
            </a:r>
            <a:br/>
            <a:r>
              <a:rPr sz="1600" b="0"/>
              <a:t>• Automation often depends on fixed actions rather than intent</a:t>
            </a:r>
            <a:br/>
            <a:br/>
            <a:r>
              <a:rPr sz="1600" b="0"/>
              <a:t>TeachFlow AI targets teach-once, replay-by-voice automation.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VOICE COMMAND → INTENT / PARAMETER EXTRACTION → LEARNED WORKFLOW</a:t>
            </a:r>
            <a:br/>
            <a:r>
              <a:rPr sz="1600" b="0"/>
              <a:t>→ SEMANTIC UI MATCHING → ANDROID ACCESSIBILITYSERVICE → UI ACTION</a:t>
            </a:r>
            <a:br/>
            <a:br/>
            <a:r>
              <a:rPr sz="1600" b="0"/>
              <a:t>Teaching mode records UI actions and contextual properties.</a:t>
            </a:r>
            <a:br/>
            <a:r>
              <a:rPr sz="1600" b="0"/>
              <a:t>Replay mode identifies the best matching UI element and performs the learned action.</a:t>
            </a:r>
            <a:br/>
            <a:r>
              <a:rPr sz="1600" b="0"/>
              <a:t>Credential and payment boundaries require user intervention.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1. Open TeachFlow AI</a:t>
            </a:r>
            <a:br/>
            <a:r>
              <a:rPr sz="1600" b="0"/>
              <a:t>2. Enable Accessibility Service</a:t>
            </a:r>
            <a:br/>
            <a:r>
              <a:rPr sz="1600" b="0"/>
              <a:t>3. Teach a workflow by performing the task</a:t>
            </a:r>
            <a:br/>
            <a:r>
              <a:rPr sz="1600" b="0"/>
              <a:t>4. Save the learned workflow</a:t>
            </a:r>
            <a:br/>
            <a:r>
              <a:rPr sz="1600" b="0"/>
              <a:t>5. Give a natural-language command</a:t>
            </a:r>
            <a:br/>
            <a:r>
              <a:rPr sz="1600" b="0"/>
              <a:t>6. TeachFlow matches the command to the learned workflow</a:t>
            </a:r>
            <a:br/>
            <a:r>
              <a:rPr sz="1600" b="0"/>
              <a:t>7. The workflow is replayed on the active UI</a:t>
            </a:r>
            <a:br/>
            <a:br/>
            <a:r>
              <a:rPr sz="1600" b="0"/>
              <a:t>Demo focus: voice-driven workflow learning and replay.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Platform: Android</a:t>
            </a:r>
            <a:br/>
            <a:r>
              <a:rPr sz="1600" b="0"/>
              <a:t>Language: Kotlin</a:t>
            </a:r>
            <a:br/>
            <a:r>
              <a:rPr sz="1600" b="0"/>
              <a:t>Automation: Android AccessibilityService</a:t>
            </a:r>
            <a:br/>
            <a:r>
              <a:rPr sz="1600" b="0"/>
              <a:t>Workflow model: ActionStep + Workflow</a:t>
            </a:r>
            <a:br/>
            <a:r>
              <a:rPr sz="1600" b="0"/>
              <a:t>Matching: SemanticMatcher</a:t>
            </a:r>
            <a:br/>
            <a:r>
              <a:rPr sz="1600" b="0"/>
              <a:t>Storage: WorkflowStore</a:t>
            </a:r>
            <a:br/>
            <a:r>
              <a:rPr sz="1600" b="0"/>
              <a:t>Development assistance: Generative AI / ChatGPT</a:t>
            </a:r>
            <a:br/>
            <a:r>
              <a:rPr sz="1600" b="0"/>
              <a:t>Version control: Git + GitHub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Use cases:</a:t>
            </a:r>
            <a:br/>
            <a:r>
              <a:rPr sz="1600" b="0"/>
              <a:t>• Repetitive mobile tasks</a:t>
            </a:r>
            <a:br/>
            <a:r>
              <a:rPr sz="1600" b="0"/>
              <a:t>• Accessibility support for users who benefit from voice interaction</a:t>
            </a:r>
            <a:br/>
            <a:r>
              <a:rPr sz="1600" b="0"/>
              <a:t>• Personal workflow shortcuts</a:t>
            </a:r>
            <a:br/>
            <a:r>
              <a:rPr sz="1600" b="0"/>
              <a:t>• Cross-screen task automation</a:t>
            </a:r>
            <a:br/>
            <a:r>
              <a:rPr sz="1600" b="0"/>
              <a:t>• Teach-once automation for recurring actions</a:t>
            </a:r>
            <a:br/>
            <a:br/>
            <a:r>
              <a:rPr sz="1600" b="0"/>
              <a:t>Impact: reduce repetitive UI interaction and make automation more teachable and user-driven.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Innovation highlights:</a:t>
            </a:r>
            <a:br/>
            <a:r>
              <a:rPr sz="1600" b="0"/>
              <a:t>• Teach rather than manually configure every automation</a:t>
            </a:r>
            <a:br/>
            <a:r>
              <a:rPr sz="1600" b="0"/>
              <a:t>• Natural-language command maps to a learned workflow</a:t>
            </a:r>
            <a:br/>
            <a:r>
              <a:rPr sz="1600" b="0"/>
              <a:t>• Semantic matching instead of relying only on coordinates</a:t>
            </a:r>
            <a:br/>
            <a:r>
              <a:rPr sz="1600" b="0"/>
              <a:t>• Human-in-the-loop safety at sensitive boundaries</a:t>
            </a:r>
            <a:br/>
            <a:br/>
            <a:r>
              <a:rPr sz="1600" b="0"/>
              <a:t>Current result: working Android prototype with workflow recording/replay architecture.</a:t>
            </a:r>
            <a:br/>
            <a:br/>
            <a:r>
              <a:rPr sz="1600" b="0"/>
              <a:t>Limitations:</a:t>
            </a:r>
            <a:br/>
            <a:r>
              <a:rPr sz="1600" b="0"/>
              <a:t>• Accessibility support varies across applications</a:t>
            </a:r>
            <a:br/>
            <a:r>
              <a:rPr sz="1600" b="0"/>
              <a:t>• Some dynamic or custom UI elements may be difficult to identify</a:t>
            </a:r>
            <a:br/>
            <a:r>
              <a:rPr sz="1600" b="0"/>
              <a:t>• Voice recognition and advanced intent handling need further integration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• Integrate robust on-device speech recognition</a:t>
            </a:r>
            <a:br/>
            <a:r>
              <a:rPr sz="1600" b="0"/>
              <a:t>• Improve intent and parameter extraction</a:t>
            </a:r>
            <a:br/>
            <a:r>
              <a:rPr sz="1600" b="0"/>
              <a:t>• Add stronger semantic UI understanding</a:t>
            </a:r>
            <a:br/>
            <a:r>
              <a:rPr sz="1600" b="0"/>
              <a:t>• Support more applications and dynamic interfaces</a:t>
            </a:r>
            <a:br/>
            <a:r>
              <a:rPr sz="1600" b="0"/>
              <a:t>• Add workflow confidence scoring and recovery</a:t>
            </a:r>
            <a:br/>
            <a:r>
              <a:rPr sz="1600" b="0"/>
              <a:t>• Improve privacy with local processing where possible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Brownie points slide (differentiation)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b="0"/>
              <a:t>TEACH ONCE → SPEAK NATURALLY → AUTOMATE</a:t>
            </a:r>
            <a:br/>
            <a:br/>
            <a:r>
              <a:rPr sz="1600" b="0"/>
              <a:t>TeachFlow AI is positioned as a teachable automation layer rather than a fixed command launcher.</a:t>
            </a:r>
            <a:br/>
            <a:br/>
            <a:r>
              <a:rPr sz="1600" b="0"/>
              <a:t>Differentiation:</a:t>
            </a:r>
            <a:br/>
            <a:r>
              <a:rPr sz="1600" b="0"/>
              <a:t>• User teaches the workflow</a:t>
            </a:r>
            <a:br/>
            <a:r>
              <a:rPr sz="1600" b="0"/>
              <a:t>• AI-assisted semantic matching</a:t>
            </a:r>
            <a:br/>
            <a:r>
              <a:rPr sz="1600" b="0"/>
              <a:t>• Accessibility-based interaction</a:t>
            </a:r>
            <a:br/>
            <a:r>
              <a:rPr sz="1600" b="0"/>
              <a:t>• Human approval for sensitive actions</a:t>
            </a:r>
            <a:br/>
            <a:r>
              <a:rPr sz="1600" b="0"/>
              <a:t>• Designed for extensible workflow learning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400" b="1"/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sz="1600" b="0" dirty="0"/>
              <a:t>Working prototype code — YES</a:t>
            </a:r>
            <a:br>
              <a:rPr dirty="0"/>
            </a:br>
            <a:r>
              <a:rPr sz="1600" b="0" dirty="0"/>
              <a:t>README with reproducible setup instructions — YES</a:t>
            </a:r>
            <a:br>
              <a:rPr dirty="0"/>
            </a:br>
            <a:r>
              <a:rPr sz="1600" b="0" dirty="0"/>
              <a:t>Demo video, max 5 minutes — </a:t>
            </a:r>
            <a:r>
              <a:rPr lang="en-IN" sz="1600"/>
              <a:t>YES</a:t>
            </a:r>
            <a:br/>
            <a:r>
              <a:rPr sz="1600" b="0"/>
              <a:t>Presentation file (PPT or PDF) — YES</a:t>
            </a:r>
            <a:br/>
            <a:br/>
            <a:r>
              <a:rPr sz="1600" b="0"/>
              <a:t>GitHub:</a:t>
            </a:r>
            <a:br/>
            <a:r>
              <a:rPr sz="1600" b="0"/>
              <a:t>https://github.com/skamalesh0007-afk/TeachFlowAI-Samsung-PRISM-Hackathon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Widescreen</PresentationFormat>
  <Paragraphs>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 (differentiation)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kamalesh s</cp:lastModifiedBy>
  <cp:revision>1</cp:revision>
  <dcterms:created xsi:type="dcterms:W3CDTF">2026-09-07T12:01:01Z</dcterms:created>
  <dcterms:modified xsi:type="dcterms:W3CDTF">2026-09-30T17:23:09Z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